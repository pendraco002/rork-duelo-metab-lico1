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[Bruna] Apresentar o grupo e o tema: whey protein concentrado (WPC), a proteína do soro do leite que virou suplemento.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[Bruna] Roteiro: seguimos os 6 tópicos pedidos — caracterização, composição e rótulo, fluxograma, efeitos do processamento, segurança e conservação, análise crítica.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[Bruna] O soro é o líquido que sobra no queijo (~9 L para cada 10 L de leite). Tem pouca proteína, mas de alto valor. O WPC tira água, lactose e minerais até 25–89% de proteína; o WPC80 é o dos suplementos. WPI (≥90%) e WPH (hidrolisado) são variações.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[Bruna] Classificação: suplemento alimentar (RDC 243/2018), com notificação obrigatória na ANVISA (RDC 843/2024). Como ingrediente, é produto lácteo (MAPA). Saborizado é ultraprocessado (NOVA). Consumo: 59% dos lares com usuário de suplemento (ABIAD 2020) — dado de suplementos em geral, não só whey.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[Thiago] WPC80: ~80% de proteína em base seca, 4–10% de lactose. Por isso 30 g dão ~23 g de proteína, não 24 g. Frações: β-lactoglobulina é a maior. PDCAAS 1,0, rico em leucina; ISSN recomenda 20–40 g de proteína por dose.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[Thiago] Separar o que o rótulo diz do que interpretamos. 23 g de proteína em 30 g = 76,7%; ~75% das calorias vêm da proteína; sem lupa porque não passa dos limites. Mostrar alergênicos, 'contém lactose' e as advertências da RDC 243/2018. (Trocar números se o rótulo fotografado for outro.)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[Gabriel] Parte A, no laticínio: recepção e resfriamento do soro, clarificação, desnate, pasteurização (PCC), ultrafiltração e diafiltração (concentram a proteína), secagem por atomização, aglomeração, peneira e detector de metais (PCC).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[Gabriel] Parte B, na indústria de suplementos: recepção, pesagem, mistura com sabor e aditivos, detector de metais, envase, rotulagem e estoque. Destacar: a gota no spray dryer fica fria enquanto evapora. Variações: WPI, WPH, proteína nativa.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[Renan] Efeitos por tipo, sempre dizendo do que dependem. Mensagem principal: desnaturar não é perder valor nutricional; a reação de Maillard é que reduz a lisina disponível.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[Renan] Perigos biológicos, químicos e físicos e seus controles. PCCs: pasteurização e detector de metais. Salmonella e Cronobacter não crescem no pó, mas sobrevivem — por isso a higiene da área seca é essencial.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[Renan] Conservação: umidade causa empedramento (transição vítrea da lactose); calor acelera Maillard; oxigênio e luz oxidam a gordura. Embalagem com barreira e dicas para o consumidor.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[Pedro] Mercado: estudo da UFMG com 88% das marcas com erro de rótulo e uma com proteína 35% abaixo da tolerância; Recife: só 2 de 14 conformes; ANVISA 2025 suspendeu lote com glúten não declarado. Explicar amino spiking.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[Pedro] Vantagens e limitações, considerando frequência, contexto, lactose e o debate sobre ultraprocessados — sem classificações simplistas.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[Pedro] Posicionamento: nem vilão, nem indispensável. Pode entrar como complemento quando há necessidade real, com nutricionista e produto regularizado.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Referências (legislação e estudos brasileiros).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Referências (artigos e livros).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Agradecer e abrir para perguntas. Respostas prontas na seção 7 do dossiê.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09600" y="2168425"/>
            <a:ext cx="2857500" cy="3981450"/>
          </a:xfrm>
          <a:prstGeom prst="roundRect">
            <a:avLst>
              <a:gd name="adj" fmla="val 7000"/>
            </a:avLst>
          </a:prstGeom>
          <a:solidFill>
            <a:srgbClr val="2A0E6B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600">
                <a:solidFill>
                  <a:srgbClr val="F5F3FF"/>
                </a:solidFill>
              </a:rPr>
              <a:t>FOTO DO RÓTULO</a:t>
            </a:r>
          </a:p>
          <a:p>
            <a:pPr algn="ctr"/>
            <a:r>
              <a:rPr b="0" sz="1100">
                <a:solidFill>
                  <a:srgbClr val="F5F3FF"/>
                </a:solidFill>
              </a:rPr>
              <a:t>Inserir &gt; Imagem com a foto do produto analisado e apagar este quadro.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